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7315200" cy="548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00" cy="5486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548640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2286000" y="365760"/>
            <a:ext cx="548640" cy="548640"/>
          </a:xfrm>
          <a:prstGeom prst="star4">
            <a:avLst/>
          </a:prstGeom>
          <a:solidFill>
            <a:srgbClr val="2B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420624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D8F0EC"/>
                </a:solidFill>
                <a:latin typeface="Arial"/>
              </a:rPr>
              <a:t>[YOUR BUSINESS NAME]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365760"/>
            <a:ext cx="3566160" cy="2651760"/>
          </a:xfrm>
          <a:prstGeom prst="rect">
            <a:avLst/>
          </a:prstGeom>
          <a:solidFill>
            <a:srgbClr val="F3F7F8"/>
          </a:solidFill>
          <a:ln w="19050">
            <a:solidFill>
              <a:srgbClr val="C9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6B7B83"/>
                </a:solidFill>
                <a:latin typeface="Arial"/>
              </a:rPr>
              <a:t>[ YOUR PHOTO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0F4C5C"/>
                </a:solidFill>
                <a:latin typeface="Arial"/>
              </a:rPr>
              <a:t>Now booking [month]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11480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E2A30"/>
                </a:solidFill>
                <a:latin typeface="Arial"/>
              </a:rPr>
              <a:t>Recurring and one-time cleans in [Service Area]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00" cy="5486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548640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2286000" y="365760"/>
            <a:ext cx="548640" cy="548640"/>
          </a:xfrm>
          <a:prstGeom prst="star4">
            <a:avLst/>
          </a:prstGeom>
          <a:solidFill>
            <a:srgbClr val="2B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420624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D8F0EC"/>
                </a:solidFill>
                <a:latin typeface="Arial"/>
              </a:rPr>
              <a:t>[YOUR BUSINESS NAME]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365760"/>
            <a:ext cx="3566160" cy="2651760"/>
          </a:xfrm>
          <a:prstGeom prst="rect">
            <a:avLst/>
          </a:prstGeom>
          <a:solidFill>
            <a:srgbClr val="F3F7F8"/>
          </a:solidFill>
          <a:ln w="19050">
            <a:solidFill>
              <a:srgbClr val="C9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6B7B83"/>
                </a:solidFill>
                <a:latin typeface="Arial"/>
              </a:rPr>
              <a:t>[ YOUR PHOTO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0F4C5C"/>
                </a:solidFill>
                <a:latin typeface="Arial"/>
              </a:rPr>
              <a:t>Moving soon?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11480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E2A30"/>
                </a:solidFill>
                <a:latin typeface="Arial"/>
              </a:rPr>
              <a:t>Move-in / move-out cleaning — book 1–2 weeks ahead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00" cy="5486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0" cy="548640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2286000" y="365760"/>
            <a:ext cx="548640" cy="548640"/>
          </a:xfrm>
          <a:prstGeom prst="star4">
            <a:avLst/>
          </a:prstGeom>
          <a:solidFill>
            <a:srgbClr val="2B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420624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D8F0EC"/>
                </a:solidFill>
                <a:latin typeface="Arial"/>
              </a:rPr>
              <a:t>[YOUR BUSINESS NAME]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365760"/>
            <a:ext cx="3566160" cy="2651760"/>
          </a:xfrm>
          <a:prstGeom prst="rect">
            <a:avLst/>
          </a:prstGeom>
          <a:solidFill>
            <a:srgbClr val="F3F7F8"/>
          </a:solidFill>
          <a:ln w="19050">
            <a:solidFill>
              <a:srgbClr val="C9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6B7B83"/>
                </a:solidFill>
                <a:latin typeface="Arial"/>
              </a:rPr>
              <a:t>[ YOUR PHOTO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0F4C5C"/>
                </a:solidFill>
                <a:latin typeface="Arial"/>
              </a:rPr>
              <a:t>Deep clean season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411480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E2A30"/>
                </a:solidFill>
                <a:latin typeface="Arial"/>
              </a:rPr>
              <a:t>[Seasonal tip or service spotlight]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Company>OperatorGrid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Business Post Images 1200X900</dc:title>
  <dc:creator>OperatorGrid</dc:creator>
  <cp:lastModifiedBy>OperatorGrid</cp:lastModifiedBy>
  <dcterms:created xsi:type="dcterms:W3CDTF">2026-10-01T00:00:00Z</dcterms:created>
  <dcterms:modified xsi:type="dcterms:W3CDTF">2026-10-01T00:00:00Z</dcterms:modified>
</cp:coreProperties>
</file>