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3152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5486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2286000" y="365760"/>
            <a:ext cx="548640" cy="54864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20624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365760"/>
            <a:ext cx="3566160" cy="265176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YOUR PHOTO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F4C5C"/>
                </a:solidFill>
                <a:latin typeface="Arial"/>
              </a:rPr>
              <a:t>Now booking [month]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1148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Recurring and one-time cleans in [Service Area]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5486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2286000" y="365760"/>
            <a:ext cx="548640" cy="54864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20624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365760"/>
            <a:ext cx="3566160" cy="265176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YOUR PHOTO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F4C5C"/>
                </a:solidFill>
                <a:latin typeface="Arial"/>
              </a:rPr>
              <a:t>Moving soon?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1148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Move-in / move-out cleaning — book 1–2 weeks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5486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2286000" y="365760"/>
            <a:ext cx="548640" cy="54864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20624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365760"/>
            <a:ext cx="3566160" cy="265176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YOUR PHOTO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F4C5C"/>
                </a:solidFill>
                <a:latin typeface="Arial"/>
              </a:rPr>
              <a:t>Deep clean 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11480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[Seasonal tip or service spotlight]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