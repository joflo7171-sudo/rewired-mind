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00400" cy="182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0" cy="182880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2606040" y="182880"/>
            <a:ext cx="365760" cy="36576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182880"/>
            <a:ext cx="23774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02920"/>
            <a:ext cx="2834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How did we do?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" y="1097280"/>
            <a:ext cx="28346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 b="0" i="0">
                <a:solidFill>
                  <a:srgbClr val="D8F0EC"/>
                </a:solidFill>
                <a:latin typeface="Arial"/>
              </a:rPr>
              <a:t>Your home was cleaned today by ______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691640"/>
            <a:ext cx="3200400" cy="13716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" y="137160"/>
            <a:ext cx="2057400" cy="1554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If you loved today's clean, an honest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review helps our small team grow.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/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Something not right? Tell us first:</a:t>
            </a:r>
          </a:p>
          <a:p>
            <a:pPr algn="l"/>
            <a:r>
              <a:rPr sz="850" b="0" i="0">
                <a:solidFill>
                  <a:srgbClr val="1E2A30"/>
                </a:solidFill>
                <a:latin typeface="Arial"/>
              </a:rPr>
              <a:t>[Phone]  ·  we'll make it right.</a:t>
            </a:r>
          </a:p>
        </p:txBody>
      </p:sp>
      <p:sp>
        <p:nvSpPr>
          <p:cNvPr id="4" name="Rectangle 3"/>
          <p:cNvSpPr/>
          <p:nvPr/>
        </p:nvSpPr>
        <p:spPr>
          <a:xfrm>
            <a:off x="2240280" y="320040"/>
            <a:ext cx="822960" cy="822960"/>
          </a:xfrm>
          <a:prstGeom prst="rect">
            <a:avLst/>
          </a:prstGeom>
          <a:solidFill>
            <a:srgbClr val="F3F7F8"/>
          </a:solidFill>
          <a:ln w="19050">
            <a:solidFill>
              <a:srgbClr val="0F4C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40280" y="548640"/>
            <a:ext cx="82296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1" i="0">
                <a:solidFill>
                  <a:srgbClr val="0F4C5C"/>
                </a:solidFill>
                <a:latin typeface="Arial"/>
              </a:rPr>
              <a:t>[QR]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234440"/>
            <a:ext cx="1051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700" b="1" i="0">
                <a:solidFill>
                  <a:srgbClr val="0F4C5C"/>
                </a:solidFill>
                <a:latin typeface="Arial"/>
              </a:rPr>
              <a:t>[Website]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737360"/>
            <a:ext cx="3200400" cy="91440"/>
          </a:xfrm>
          <a:prstGeom prst="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