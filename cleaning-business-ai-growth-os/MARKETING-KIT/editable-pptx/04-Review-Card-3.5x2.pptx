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00400" cy="182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8288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2606040" y="182880"/>
            <a:ext cx="365760" cy="365760"/>
          </a:xfrm>
          <a:prstGeom prst="star4">
            <a:avLst/>
          </a:prstGeom>
          <a:solidFill>
            <a:srgbClr val="2B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1" i="0">
                <a:solidFill>
                  <a:srgbClr val="D8F0EC"/>
                </a:solidFill>
                <a:latin typeface="Arial"/>
              </a:rPr>
              <a:t>[YOUR BUSINESS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How did we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D8F0EC"/>
                </a:solidFill>
                <a:latin typeface="Arial"/>
              </a:rPr>
              <a:t>Your home was cleaned today by ______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91640"/>
            <a:ext cx="3200400" cy="13716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137160"/>
            <a:ext cx="20574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 i="0">
                <a:solidFill>
                  <a:srgbClr val="1E2A30"/>
                </a:solidFill>
                <a:latin typeface="Arial"/>
              </a:rPr>
              <a:t>If you loved today's clean, an honest</a:t>
            </a:r>
          </a:p>
          <a:p>
            <a:pPr algn="l"/>
            <a:r>
              <a:rPr sz="850" b="0" i="0">
                <a:solidFill>
                  <a:srgbClr val="1E2A30"/>
                </a:solidFill>
                <a:latin typeface="Arial"/>
              </a:rPr>
              <a:t>review helps our small team grow.</a:t>
            </a:r>
          </a:p>
          <a:p>
            <a:pPr algn="l"/>
            <a:r>
              <a:rPr sz="850" b="0" i="0">
                <a:solidFill>
                  <a:srgbClr val="1E2A30"/>
                </a:solidFill>
                <a:latin typeface="Arial"/>
              </a:rPr>
              <a:t/>
            </a:r>
          </a:p>
          <a:p>
            <a:pPr algn="l"/>
            <a:r>
              <a:rPr sz="850" b="0" i="0">
                <a:solidFill>
                  <a:srgbClr val="1E2A30"/>
                </a:solidFill>
                <a:latin typeface="Arial"/>
              </a:rPr>
              <a:t>Something not right? Tell us first:</a:t>
            </a:r>
          </a:p>
          <a:p>
            <a:pPr algn="l"/>
            <a:r>
              <a:rPr sz="850" b="0" i="0">
                <a:solidFill>
                  <a:srgbClr val="1E2A30"/>
                </a:solidFill>
                <a:latin typeface="Arial"/>
              </a:rPr>
              <a:t>[Phone]  ·  we'll make it right.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40280" y="320040"/>
            <a:ext cx="822960" cy="822960"/>
          </a:xfrm>
          <a:prstGeom prst="rect">
            <a:avLst/>
          </a:prstGeom>
          <a:solidFill>
            <a:srgbClr val="F3F7F8"/>
          </a:solidFill>
          <a:ln w="19050">
            <a:solidFill>
              <a:srgbClr val="0F4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5486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1" i="0">
                <a:solidFill>
                  <a:srgbClr val="0F4C5C"/>
                </a:solidFill>
                <a:latin typeface="Arial"/>
              </a:rPr>
              <a:t>[QR]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234440"/>
            <a:ext cx="1051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00" b="1" i="0">
                <a:solidFill>
                  <a:srgbClr val="0F4C5C"/>
                </a:solidFill>
                <a:latin typeface="Arial"/>
              </a:rPr>
              <a:t>[Website]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737360"/>
            <a:ext cx="3200400" cy="91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OperatorGrid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Card 3.5X2</dc:title>
  <dc:creator>OperatorGrid</dc:creator>
  <cp:lastModifiedBy>OperatorGrid</cp:lastModifiedBy>
  <dcterms:created xsi:type="dcterms:W3CDTF">2026-10-01T00:00:00Z</dcterms:created>
  <dcterms:modified xsi:type="dcterms:W3CDTF">2026-10-01T00:00:00Z</dcterms:modified>
</cp:coreProperties>
</file>