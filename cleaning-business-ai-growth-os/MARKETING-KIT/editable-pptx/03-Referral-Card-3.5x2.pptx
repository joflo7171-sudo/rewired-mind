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00400" cy="1828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0" cy="182880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4-Point Star 2"/>
          <p:cNvSpPr/>
          <p:nvPr/>
        </p:nvSpPr>
        <p:spPr>
          <a:xfrm>
            <a:off x="2606040" y="182880"/>
            <a:ext cx="365760" cy="365760"/>
          </a:xfrm>
          <a:prstGeom prst="star4">
            <a:avLst/>
          </a:prstGeom>
          <a:solidFill>
            <a:srgbClr val="2BB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82880"/>
            <a:ext cx="23774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00" b="1" i="0">
                <a:solidFill>
                  <a:srgbClr val="D8F0EC"/>
                </a:solidFill>
                <a:latin typeface="Arial"/>
              </a:rPr>
              <a:t>[YOUR BUSINESS NAME]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02920"/>
            <a:ext cx="28346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Share the clean.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097280"/>
            <a:ext cx="2834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0">
                <a:solidFill>
                  <a:srgbClr val="D8F0EC"/>
                </a:solidFill>
                <a:latin typeface="Arial"/>
              </a:rPr>
              <a:t>Know someone who'd love a cleaner home?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691640"/>
            <a:ext cx="3200400" cy="137160"/>
          </a:xfrm>
          <a:prstGeom prst="rect">
            <a:avLst/>
          </a:prstGeom>
          <a:solidFill>
            <a:srgbClr val="2BB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137160"/>
            <a:ext cx="2057400" cy="1554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50" b="0" i="0">
                <a:solidFill>
                  <a:srgbClr val="1E2A30"/>
                </a:solidFill>
                <a:latin typeface="Arial"/>
              </a:rPr>
              <a:t>Give this card to a friend.</a:t>
            </a:r>
          </a:p>
          <a:p>
            <a:pPr algn="l"/>
            <a:r>
              <a:rPr sz="850" b="0" i="0">
                <a:solidFill>
                  <a:srgbClr val="1E2A30"/>
                </a:solidFill>
                <a:latin typeface="Arial"/>
              </a:rPr>
              <a:t>When they book, tell us your name:</a:t>
            </a:r>
          </a:p>
          <a:p>
            <a:pPr algn="l"/>
            <a:r>
              <a:rPr sz="850" b="0" i="0">
                <a:solidFill>
                  <a:srgbClr val="1E2A30"/>
                </a:solidFill>
                <a:latin typeface="Arial"/>
              </a:rPr>
              <a:t/>
            </a:r>
          </a:p>
          <a:p>
            <a:pPr algn="l"/>
            <a:r>
              <a:rPr sz="850" b="0" i="0">
                <a:solidFill>
                  <a:srgbClr val="1E2A30"/>
                </a:solidFill>
                <a:latin typeface="Arial"/>
              </a:rPr>
              <a:t>Referred by: ____________________</a:t>
            </a:r>
          </a:p>
          <a:p>
            <a:pPr algn="l"/>
            <a:r>
              <a:rPr sz="850" b="0" i="0">
                <a:solidFill>
                  <a:srgbClr val="1E2A30"/>
                </a:solidFill>
                <a:latin typeface="Arial"/>
              </a:rPr>
              <a:t>[Your thank-you — your terms]</a:t>
            </a:r>
          </a:p>
        </p:txBody>
      </p:sp>
      <p:sp>
        <p:nvSpPr>
          <p:cNvPr id="4" name="Rectangle 3"/>
          <p:cNvSpPr/>
          <p:nvPr/>
        </p:nvSpPr>
        <p:spPr>
          <a:xfrm>
            <a:off x="2240280" y="320040"/>
            <a:ext cx="822960" cy="822960"/>
          </a:xfrm>
          <a:prstGeom prst="rect">
            <a:avLst/>
          </a:prstGeom>
          <a:solidFill>
            <a:srgbClr val="F3F7F8"/>
          </a:solidFill>
          <a:ln w="19050">
            <a:solidFill>
              <a:srgbClr val="0F4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40280" y="54864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1" i="0">
                <a:solidFill>
                  <a:srgbClr val="0F4C5C"/>
                </a:solidFill>
                <a:latin typeface="Arial"/>
              </a:rPr>
              <a:t>[QR]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234440"/>
            <a:ext cx="10515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700" b="1" i="0">
                <a:solidFill>
                  <a:srgbClr val="0F4C5C"/>
                </a:solidFill>
                <a:latin typeface="Arial"/>
              </a:rPr>
              <a:t>[Website]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737360"/>
            <a:ext cx="3200400" cy="91440"/>
          </a:xfrm>
          <a:prstGeom prst="rect">
            <a:avLst/>
          </a:prstGeom>
          <a:solidFill>
            <a:srgbClr val="2BB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