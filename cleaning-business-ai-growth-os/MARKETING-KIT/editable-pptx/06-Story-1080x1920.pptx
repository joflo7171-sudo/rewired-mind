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1148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731520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3291840" y="457200"/>
            <a:ext cx="457200" cy="457200"/>
          </a:xfrm>
          <a:prstGeom prst="star4">
            <a:avLst/>
          </a:prstGeom>
          <a:solidFill>
            <a:srgbClr val="2B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BB3A3"/>
                </a:solidFill>
                <a:latin typeface="Arial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33832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[2] openings for</a:t>
            </a:r>
          </a:p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recurring clients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017520"/>
            <a:ext cx="3383280" cy="2377440"/>
          </a:xfrm>
          <a:prstGeom prst="rect">
            <a:avLst/>
          </a:prstGeom>
          <a:solidFill>
            <a:srgbClr val="F3F7F8"/>
          </a:solidFill>
          <a:ln w="19050">
            <a:solidFill>
              <a:srgbClr val="C9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977639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6B7B83"/>
                </a:solidFill>
                <a:latin typeface="Arial"/>
              </a:rPr>
              <a:t>[ PHOTO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760720"/>
            <a:ext cx="3017520" cy="7315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DM "CLEAN" to 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