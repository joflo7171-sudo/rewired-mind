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11480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73152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3291840" y="457200"/>
            <a:ext cx="457200" cy="457200"/>
          </a:xfrm>
          <a:prstGeom prst="star4">
            <a:avLst/>
          </a:prstGeom>
          <a:solidFill>
            <a:srgbClr val="2BB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3383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2BB3A3"/>
                </a:solidFill>
                <a:latin typeface="Arial"/>
              </a:rPr>
              <a:t>THIS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338328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[2] openings for</a:t>
            </a:r>
          </a:p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recurring clients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017520"/>
            <a:ext cx="3383280" cy="2377440"/>
          </a:xfrm>
          <a:prstGeom prst="rect">
            <a:avLst/>
          </a:prstGeom>
          <a:solidFill>
            <a:srgbClr val="F3F7F8"/>
          </a:solidFill>
          <a:ln w="19050">
            <a:solidFill>
              <a:srgbClr val="C9D3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3977639"/>
            <a:ext cx="33832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1" i="0">
                <a:solidFill>
                  <a:srgbClr val="6B7B83"/>
                </a:solidFill>
                <a:latin typeface="Arial"/>
              </a:rPr>
              <a:t>[ PHOTO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760720"/>
            <a:ext cx="3017520" cy="731520"/>
          </a:xfrm>
          <a:prstGeom prst="round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30175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DM "CLEAN" to book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Company>OperatorGrid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Story 1080X1920</dc:title>
  <dc:creator>OperatorGrid</dc:creator>
  <cp:lastModifiedBy>OperatorGrid</cp:lastModifiedBy>
  <dcterms:created xsi:type="dcterms:W3CDTF">2026-10-01T00:00:00Z</dcterms:created>
  <dcterms:modified xsi:type="dcterms:W3CDTF">2026-10-01T00:00:00Z</dcterms:modified>
</cp:coreProperties>
</file>