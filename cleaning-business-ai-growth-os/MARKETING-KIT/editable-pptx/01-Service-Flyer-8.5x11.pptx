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0" cy="3291840"/>
          </a:xfrm>
          <a:prstGeom prst="rect">
            <a:avLst/>
          </a:prstGeom>
          <a:solidFill>
            <a:srgbClr val="0F4C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4-Point Star 2"/>
          <p:cNvSpPr/>
          <p:nvPr/>
        </p:nvSpPr>
        <p:spPr>
          <a:xfrm>
            <a:off x="6400800" y="457200"/>
            <a:ext cx="731520" cy="731520"/>
          </a:xfrm>
          <a:prstGeom prst="star4">
            <a:avLst/>
          </a:prstGeom>
          <a:solidFill>
            <a:srgbClr val="2BB3A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4-Point Star 3"/>
          <p:cNvSpPr/>
          <p:nvPr/>
        </p:nvSpPr>
        <p:spPr>
          <a:xfrm>
            <a:off x="7040880" y="1188720"/>
            <a:ext cx="365760" cy="365760"/>
          </a:xfrm>
          <a:prstGeom prst="star4">
            <a:avLst/>
          </a:prstGeom>
          <a:solidFill>
            <a:srgbClr val="D8F0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48640" y="457200"/>
            <a:ext cx="576072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1" i="0">
                <a:solidFill>
                  <a:srgbClr val="D8F0EC"/>
                </a:solidFill>
                <a:latin typeface="Arial"/>
              </a:rPr>
              <a:t>[YOUR BUSINESS NAME]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6400800" cy="14630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Come home to a</a:t>
            </a:r>
          </a:p>
          <a:p>
            <a:pPr algn="l"/>
            <a:r>
              <a:rPr sz="4000" b="1" i="0">
                <a:solidFill>
                  <a:srgbClr val="FFFFFF"/>
                </a:solidFill>
                <a:latin typeface="Arial"/>
              </a:rPr>
              <a:t>clean house.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14600"/>
            <a:ext cx="6400800" cy="54864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600" b="0" i="0">
                <a:solidFill>
                  <a:srgbClr val="D8F0EC"/>
                </a:solidFill>
                <a:latin typeface="Arial"/>
              </a:rPr>
              <a:t>Reliable residential cleaning in [Service Area]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3611880"/>
            <a:ext cx="3200400" cy="2377440"/>
          </a:xfrm>
          <a:prstGeom prst="rect">
            <a:avLst/>
          </a:prstGeom>
          <a:solidFill>
            <a:srgbClr val="F3F7F8"/>
          </a:solidFill>
          <a:ln w="19050">
            <a:solidFill>
              <a:srgbClr val="C9D3D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572000"/>
            <a:ext cx="320040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6B7B83"/>
                </a:solidFill>
                <a:latin typeface="Arial"/>
              </a:rPr>
              <a:t>[ PHOTO: your team or a clean room 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23360" y="361188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200" b="1" i="0">
                <a:solidFill>
                  <a:srgbClr val="2BB3A3"/>
                </a:solidFill>
                <a:latin typeface="Arial"/>
              </a:rPr>
              <a:t>SERVICES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023360" y="3977639"/>
            <a:ext cx="3291840" cy="219456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l"/>
            <a:r>
              <a:rPr sz="1400" b="0" i="0">
                <a:solidFill>
                  <a:srgbClr val="1E2A30"/>
                </a:solidFill>
                <a:latin typeface="Arial"/>
              </a:rPr>
              <a:t>•  Standard cleaning</a:t>
            </a:r>
          </a:p>
          <a:p>
            <a:pPr algn="l"/>
            <a:r>
              <a:rPr sz="1400" b="0" i="0">
                <a:solidFill>
                  <a:srgbClr val="1E2A30"/>
                </a:solidFill>
                <a:latin typeface="Arial"/>
              </a:rPr>
              <a:t>•  Deep cleaning</a:t>
            </a:r>
          </a:p>
          <a:p>
            <a:pPr algn="l"/>
            <a:r>
              <a:rPr sz="1400" b="0" i="0">
                <a:solidFill>
                  <a:srgbClr val="1E2A30"/>
                </a:solidFill>
                <a:latin typeface="Arial"/>
              </a:rPr>
              <a:t>•  Move-in / move-out</a:t>
            </a:r>
          </a:p>
          <a:p>
            <a:pPr algn="l"/>
            <a:r>
              <a:rPr sz="1400" b="0" i="0">
                <a:solidFill>
                  <a:srgbClr val="1E2A30"/>
                </a:solidFill>
                <a:latin typeface="Arial"/>
              </a:rPr>
              <a:t>•  Short-term rental turnovers</a:t>
            </a:r>
          </a:p>
          <a:p>
            <a:pPr algn="l"/>
            <a:r>
              <a:rPr sz="1400" b="0" i="0">
                <a:solidFill>
                  <a:srgbClr val="1E2A30"/>
                </a:solidFill>
                <a:latin typeface="Arial"/>
              </a:rPr>
              <a:t>•  Weekly, biweekly or monthly plans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6263640"/>
            <a:ext cx="6675120" cy="1325880"/>
          </a:xfrm>
          <a:prstGeom prst="rect">
            <a:avLst/>
          </a:prstGeom>
          <a:solidFill>
            <a:srgbClr val="F3F7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635508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500" b="1" i="0">
                <a:solidFill>
                  <a:srgbClr val="0F4C5C"/>
                </a:solidFill>
                <a:latin typeface="Arial"/>
              </a:rPr>
              <a:t>Same team,</a:t>
            </a:r>
          </a:p>
          <a:p>
            <a:pPr algn="ctr"/>
            <a:r>
              <a:rPr sz="1500" b="1" i="0">
                <a:solidFill>
                  <a:srgbClr val="0F4C5C"/>
                </a:solidFill>
                <a:latin typeface="Arial"/>
              </a:rPr>
              <a:t>every visit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635508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500" b="1" i="0">
                <a:solidFill>
                  <a:srgbClr val="0F4C5C"/>
                </a:solidFill>
                <a:latin typeface="Arial"/>
              </a:rPr>
              <a:t>Room-by-room</a:t>
            </a:r>
          </a:p>
          <a:p>
            <a:pPr algn="ctr"/>
            <a:r>
              <a:rPr sz="1500" b="1" i="0">
                <a:solidFill>
                  <a:srgbClr val="0F4C5C"/>
                </a:solidFill>
                <a:latin typeface="Arial"/>
              </a:rPr>
              <a:t>checklist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37760" y="6355080"/>
            <a:ext cx="2103120" cy="118872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ctr"/>
            <a:r>
              <a:rPr sz="1500" b="1" i="0">
                <a:solidFill>
                  <a:srgbClr val="0F4C5C"/>
                </a:solidFill>
                <a:latin typeface="Arial"/>
              </a:rPr>
              <a:t>[Your</a:t>
            </a:r>
          </a:p>
          <a:p>
            <a:pPr algn="ctr"/>
            <a:r>
              <a:rPr sz="1500" b="1" i="0">
                <a:solidFill>
                  <a:srgbClr val="0F4C5C"/>
                </a:solidFill>
                <a:latin typeface="Arial"/>
              </a:rPr>
              <a:t>differentiator]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7863840"/>
            <a:ext cx="6675120" cy="1463040"/>
          </a:xfrm>
          <a:prstGeom prst="roundRect">
            <a:avLst/>
          </a:prstGeom>
          <a:solidFill>
            <a:srgbClr val="2BB3A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2960" y="7955279"/>
            <a:ext cx="4206240" cy="1280160"/>
          </a:xfrm>
          <a:prstGeom prst="rect">
            <a:avLst/>
          </a:prstGeom>
          <a:noFill/>
        </p:spPr>
        <p:txBody>
          <a:bodyPr wrap="square" anchor="ctr" lIns="45720" rIns="45720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Get your free quote</a:t>
            </a:r>
          </a:p>
          <a:p>
            <a:pPr algn="l"/>
            <a:r>
              <a:rPr sz="2200" b="1" i="0">
                <a:solidFill>
                  <a:srgbClr val="FFFFFF"/>
                </a:solidFill>
                <a:latin typeface="Arial"/>
              </a:rPr>
              <a:t>[Phone]  ·  [Website]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715000" y="8001000"/>
            <a:ext cx="1280160" cy="118872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15000" y="8366760"/>
            <a:ext cx="1280160" cy="45720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1200" b="1" i="0">
                <a:solidFill>
                  <a:srgbClr val="0F4C5C"/>
                </a:solidFill>
                <a:latin typeface="Arial"/>
              </a:rPr>
              <a:t>[QR]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9555480"/>
            <a:ext cx="6675120" cy="274320"/>
          </a:xfrm>
          <a:prstGeom prst="rect">
            <a:avLst/>
          </a:prstGeom>
          <a:noFill/>
        </p:spPr>
        <p:txBody>
          <a:bodyPr wrap="square" anchor="t" lIns="45720" rIns="45720">
            <a:spAutoFit/>
          </a:bodyPr>
          <a:lstStyle/>
          <a:p>
            <a:pPr algn="ctr"/>
            <a:r>
              <a:rPr sz="800" b="0" i="0">
                <a:solidFill>
                  <a:srgbClr val="6B7B83"/>
                </a:solidFill>
                <a:latin typeface="Arial"/>
              </a:rPr>
              <a:t>[Optional offer line — terms and dates]   ·   [License/insurance statement only if true for you]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Company>OperatorGrid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Service Flyer 8.5X11</dc:title>
  <dc:creator>OperatorGrid</dc:creator>
  <cp:lastModifiedBy>OperatorGrid</cp:lastModifiedBy>
  <dcterms:created xsi:type="dcterms:W3CDTF">2026-10-01T00:00:00Z</dcterms:created>
  <dcterms:modified xsi:type="dcterms:W3CDTF">2026-10-01T00:00:00Z</dcterms:modified>
</cp:coreProperties>
</file>